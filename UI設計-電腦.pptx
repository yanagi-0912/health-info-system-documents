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19C91-6CFC-492C-9D15-FFE1AA54E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C42C68-0780-4904-AFDD-71EE1AB76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6191ED-BFD2-4A8B-9D7C-B8022E66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03ABE2-A688-424B-A17F-406D267B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263859-7AB0-4821-ACC4-EA99EFD9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00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A483CB-7E98-41B1-BB93-690845C7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22FC33-3D1E-4CA5-8B85-A55D1D44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00D950-7D97-429F-8E0B-B787F6A5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E2E842-B3D1-4AFD-9253-2B0E3EE6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144077-D73D-4CB5-9EBB-EADFD7BE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9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6DB065-E4C6-42B7-A3BE-3535FBE9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48E2B6-634C-4A65-A45C-901AD5F07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71BD48-0384-4FB9-B5D2-DD9B4B57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3A24E1-909A-46A1-80B6-B21BAB48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723DD2-0CA7-4C3C-85B8-754C57DA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7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AD083F-0AF1-49C4-9065-267AC4FF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50A2AF-D2B3-4671-8805-9F5557716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2B5BD6E-3BB7-49CF-9789-86362A71E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6864FA-E139-434E-8D8E-7006FF00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0FB70E-2838-4C55-963F-E743589D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1C5E8E-B9CF-4087-A0D6-DDBF2C39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96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9B61B-4FCA-4DB4-ABC0-D5092088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06B994-BC29-4830-A79E-0F5860A97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9F4CF-FBDC-40CA-87F4-2B281D597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3E4C374-0E73-43FB-9857-8AC39D3E8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94895DF-3A7B-4C48-B846-AB11A6B19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BC16709-6591-472E-8801-885735FD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0E8F5FD-D861-4CA9-BBB9-2FDCF5A6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5BD01C5-26D4-4F37-A80D-462D60C9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59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453591-3956-44EF-BF78-44F9881A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7AA6E9-1B50-4A92-8DB1-566AF741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2FCF717-0CE9-4B94-9D18-5F7E0728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8E4B60-6594-4564-95D7-DBE480F0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8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83E8B5-5383-4567-AF4B-D01CDF9B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048522C-74F9-45E3-91ED-A83E72C3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5ADFCF-7D56-48CC-A994-2993BEDC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55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6868E-4EE4-488D-98F3-23392F85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2018BA-B34A-4DAB-AE3C-184780DFF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54F59E-B4BC-4689-B086-472F9ADF7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39F699-1CAC-43AD-8675-4858DE25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E9693F-D5D7-408F-A55A-2BE492C9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2A7E58-8686-4545-8139-B61D8FA1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B6E80-17CA-4C68-97EC-8B130324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B3B928-F8B6-4334-8A78-9B278141C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B8D671-4D82-49EE-B310-E9211F5B5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52564F-4539-4A7B-90CE-F4D5C551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DF995-27BF-454E-9A1F-C66E3487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1D9A78-E30D-434D-B80C-86DEE2EF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32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C25B1-EFED-4629-BE57-B9D136C5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554688-DCC3-4388-A60D-7343FD106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0FF69E-80C7-4174-B3BA-70C2FAC4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DBACAB-7893-4104-84EA-7537DBAB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FBD230-B9FA-46B2-8D8F-5C2CAF55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43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7427D1F-AF2D-4A8E-BD01-F6F82BBE8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BB2DC7-715C-4579-B902-94B4BD0CB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95A8BB-BEB8-4170-9E64-273ABD10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323CC8-5B53-4571-9E93-1747A7096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ACA64A-882F-40B3-B9FD-AF1F0403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405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9ABD0D-C0DB-4E1D-8894-FE85F37F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3CADBD-A2F5-4286-B6EE-47187795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C33B5C-89F9-481D-BFEA-13C2EE2B9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5D3F7-F2BB-45C5-8D31-B34F9199D150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A5E86A-CD58-4304-8062-D12ED3096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501830-CA95-4141-967F-1ACD6D199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6564E-EA7C-4106-9268-F40B1905A4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68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698BFF7-F6EE-4CC5-AC73-D80D09513F8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14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7AC574-8A09-4384-B630-E3A0EBC00F48}"/>
              </a:ext>
            </a:extLst>
          </p:cNvPr>
          <p:cNvSpPr/>
          <p:nvPr/>
        </p:nvSpPr>
        <p:spPr>
          <a:xfrm>
            <a:off x="0" y="0"/>
            <a:ext cx="12191999" cy="6478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143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44B1758-1A9B-459A-AADE-BCE518EB6172}"/>
              </a:ext>
            </a:extLst>
          </p:cNvPr>
          <p:cNvGrpSpPr/>
          <p:nvPr/>
        </p:nvGrpSpPr>
        <p:grpSpPr>
          <a:xfrm>
            <a:off x="2616141" y="916114"/>
            <a:ext cx="918410" cy="647888"/>
            <a:chOff x="912982" y="700809"/>
            <a:chExt cx="771294" cy="54410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4350F7D7-4817-4482-97EB-E7597FF2F4F5}"/>
                </a:ext>
              </a:extLst>
            </p:cNvPr>
            <p:cNvSpPr/>
            <p:nvPr/>
          </p:nvSpPr>
          <p:spPr>
            <a:xfrm>
              <a:off x="913459" y="700809"/>
              <a:ext cx="770817" cy="54410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345FAF9-6AF0-4C94-9200-E56AB86E7869}"/>
                </a:ext>
              </a:extLst>
            </p:cNvPr>
            <p:cNvSpPr txBox="1"/>
            <p:nvPr/>
          </p:nvSpPr>
          <p:spPr>
            <a:xfrm>
              <a:off x="912982" y="700809"/>
              <a:ext cx="770817" cy="246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1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醫院掛號</a:t>
              </a: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5BA71AD-DAE1-47A6-B218-EF95FCD09CAE}"/>
              </a:ext>
            </a:extLst>
          </p:cNvPr>
          <p:cNvGrpSpPr/>
          <p:nvPr/>
        </p:nvGrpSpPr>
        <p:grpSpPr>
          <a:xfrm>
            <a:off x="3533983" y="922149"/>
            <a:ext cx="930775" cy="647888"/>
            <a:chOff x="1695138" y="700809"/>
            <a:chExt cx="781679" cy="544106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6FE9CF3C-7081-46DD-9329-9586C69BA60E}"/>
                </a:ext>
              </a:extLst>
            </p:cNvPr>
            <p:cNvSpPr/>
            <p:nvPr/>
          </p:nvSpPr>
          <p:spPr>
            <a:xfrm>
              <a:off x="1695138" y="700809"/>
              <a:ext cx="770817" cy="54410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EA9FC50-55F7-4D34-8F59-9553F02BDAC8}"/>
                </a:ext>
              </a:extLst>
            </p:cNvPr>
            <p:cNvSpPr txBox="1"/>
            <p:nvPr/>
          </p:nvSpPr>
          <p:spPr>
            <a:xfrm>
              <a:off x="1706000" y="709468"/>
              <a:ext cx="770817" cy="246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1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健康照護</a:t>
              </a: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9AD04E9-C42B-4135-96A9-44217D7FF0D4}"/>
              </a:ext>
            </a:extLst>
          </p:cNvPr>
          <p:cNvGrpSpPr/>
          <p:nvPr/>
        </p:nvGrpSpPr>
        <p:grpSpPr>
          <a:xfrm>
            <a:off x="4481672" y="928926"/>
            <a:ext cx="932181" cy="647888"/>
            <a:chOff x="2476817" y="700809"/>
            <a:chExt cx="782859" cy="544106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84E431A4-61D9-4C66-99A8-75C11A364373}"/>
                </a:ext>
              </a:extLst>
            </p:cNvPr>
            <p:cNvSpPr/>
            <p:nvPr/>
          </p:nvSpPr>
          <p:spPr>
            <a:xfrm>
              <a:off x="2476817" y="700809"/>
              <a:ext cx="770817" cy="54410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48F7352B-280F-4204-95F7-363C4F9A1BA9}"/>
                </a:ext>
              </a:extLst>
            </p:cNvPr>
            <p:cNvSpPr txBox="1"/>
            <p:nvPr/>
          </p:nvSpPr>
          <p:spPr>
            <a:xfrm>
              <a:off x="2488859" y="709468"/>
              <a:ext cx="770817" cy="246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1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家庭系統</a:t>
              </a:r>
            </a:p>
          </p:txBody>
        </p:sp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89717B-028E-46A1-ADB2-BCDDED695053}"/>
              </a:ext>
            </a:extLst>
          </p:cNvPr>
          <p:cNvSpPr/>
          <p:nvPr/>
        </p:nvSpPr>
        <p:spPr>
          <a:xfrm>
            <a:off x="1685365" y="1166611"/>
            <a:ext cx="8839200" cy="5552038"/>
          </a:xfrm>
          <a:prstGeom prst="roundRect">
            <a:avLst>
              <a:gd name="adj" fmla="val 738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143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02D7275F-7471-45B1-A678-8A29E1011637}"/>
              </a:ext>
            </a:extLst>
          </p:cNvPr>
          <p:cNvGrpSpPr/>
          <p:nvPr/>
        </p:nvGrpSpPr>
        <p:grpSpPr>
          <a:xfrm>
            <a:off x="1685365" y="907044"/>
            <a:ext cx="917842" cy="647888"/>
            <a:chOff x="131780" y="702803"/>
            <a:chExt cx="770817" cy="544106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296571C-7D95-4603-A083-0515B69E461A}"/>
                </a:ext>
              </a:extLst>
            </p:cNvPr>
            <p:cNvSpPr/>
            <p:nvPr/>
          </p:nvSpPr>
          <p:spPr>
            <a:xfrm>
              <a:off x="131780" y="702803"/>
              <a:ext cx="770817" cy="544106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DE9EE77-01A4-4545-B7AD-25CD5FDC326B}"/>
                </a:ext>
              </a:extLst>
            </p:cNvPr>
            <p:cNvSpPr txBox="1"/>
            <p:nvPr/>
          </p:nvSpPr>
          <p:spPr>
            <a:xfrm>
              <a:off x="131780" y="721180"/>
              <a:ext cx="770817" cy="246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1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最新消息</a:t>
              </a: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0FE6F68-5434-46F2-B126-9659F7D2FE5A}"/>
              </a:ext>
            </a:extLst>
          </p:cNvPr>
          <p:cNvSpPr txBox="1"/>
          <p:nvPr/>
        </p:nvSpPr>
        <p:spPr>
          <a:xfrm>
            <a:off x="569559" y="34107"/>
            <a:ext cx="1115806" cy="532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58" b="1" dirty="0">
                <a:ln w="10160">
                  <a:solidFill>
                    <a:schemeClr val="accent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CARE</a:t>
            </a:r>
            <a:endParaRPr lang="zh-TW" altLang="en-US" sz="2858" dirty="0">
              <a:ln w="10160">
                <a:solidFill>
                  <a:schemeClr val="accent6"/>
                </a:solidFill>
                <a:prstDash val="solid"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4BB4089-DBCA-4893-B83D-8FCC7B7858D4}"/>
              </a:ext>
            </a:extLst>
          </p:cNvPr>
          <p:cNvGrpSpPr/>
          <p:nvPr/>
        </p:nvGrpSpPr>
        <p:grpSpPr>
          <a:xfrm>
            <a:off x="10524565" y="98584"/>
            <a:ext cx="483391" cy="332941"/>
            <a:chOff x="2456266" y="128126"/>
            <a:chExt cx="405959" cy="279609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F3F7D225-F6EE-4B1B-8411-7D2F8C456EA9}"/>
                </a:ext>
              </a:extLst>
            </p:cNvPr>
            <p:cNvSpPr/>
            <p:nvPr/>
          </p:nvSpPr>
          <p:spPr>
            <a:xfrm>
              <a:off x="2488859" y="128126"/>
              <a:ext cx="279610" cy="279609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C15D643-97FB-4A85-93E2-5D9FDF94AD35}"/>
                </a:ext>
              </a:extLst>
            </p:cNvPr>
            <p:cNvSpPr txBox="1"/>
            <p:nvPr/>
          </p:nvSpPr>
          <p:spPr>
            <a:xfrm>
              <a:off x="2456266" y="143083"/>
              <a:ext cx="405959" cy="200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53" dirty="0"/>
                <a:t>user</a:t>
              </a:r>
              <a:endParaRPr lang="zh-TW" altLang="en-US" sz="953" dirty="0"/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0092D033-81CC-469F-A319-AAB14E5C814F}"/>
              </a:ext>
            </a:extLst>
          </p:cNvPr>
          <p:cNvGrpSpPr/>
          <p:nvPr/>
        </p:nvGrpSpPr>
        <p:grpSpPr>
          <a:xfrm>
            <a:off x="10935127" y="98584"/>
            <a:ext cx="483391" cy="332941"/>
            <a:chOff x="2749055" y="128125"/>
            <a:chExt cx="405959" cy="279609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9DCEAF7-DF59-440D-92B7-1EA41F48ED0D}"/>
                </a:ext>
              </a:extLst>
            </p:cNvPr>
            <p:cNvSpPr/>
            <p:nvPr/>
          </p:nvSpPr>
          <p:spPr>
            <a:xfrm>
              <a:off x="2798344" y="128125"/>
              <a:ext cx="279610" cy="279609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EF05C99-24B5-46F2-AC66-81A81AB71750}"/>
                </a:ext>
              </a:extLst>
            </p:cNvPr>
            <p:cNvSpPr txBox="1"/>
            <p:nvPr/>
          </p:nvSpPr>
          <p:spPr>
            <a:xfrm>
              <a:off x="2749055" y="151742"/>
              <a:ext cx="405959" cy="200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53" dirty="0"/>
                <a:t>設定</a:t>
              </a: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9223A26-53D3-4369-A18F-0AE2D5FACF29}"/>
              </a:ext>
            </a:extLst>
          </p:cNvPr>
          <p:cNvGrpSpPr/>
          <p:nvPr/>
        </p:nvGrpSpPr>
        <p:grpSpPr>
          <a:xfrm>
            <a:off x="11367784" y="98584"/>
            <a:ext cx="509313" cy="332941"/>
            <a:chOff x="3058922" y="128126"/>
            <a:chExt cx="427729" cy="279609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49E7907A-6D36-4AA3-BEE1-EFC333F7535D}"/>
                </a:ext>
              </a:extLst>
            </p:cNvPr>
            <p:cNvSpPr/>
            <p:nvPr/>
          </p:nvSpPr>
          <p:spPr>
            <a:xfrm>
              <a:off x="3107829" y="128126"/>
              <a:ext cx="279610" cy="279609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143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6DA3E02D-9E6D-4C18-B3BE-E585E982F60C}"/>
                </a:ext>
              </a:extLst>
            </p:cNvPr>
            <p:cNvSpPr txBox="1"/>
            <p:nvPr/>
          </p:nvSpPr>
          <p:spPr>
            <a:xfrm>
              <a:off x="3058922" y="143082"/>
              <a:ext cx="427729" cy="200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53" dirty="0"/>
                <a:t>語言</a:t>
              </a: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8AE6F6C-ECCA-4FD5-8DE6-09820573F7FA}"/>
              </a:ext>
            </a:extLst>
          </p:cNvPr>
          <p:cNvSpPr txBox="1"/>
          <p:nvPr/>
        </p:nvSpPr>
        <p:spPr>
          <a:xfrm>
            <a:off x="1859168" y="1599609"/>
            <a:ext cx="1406381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143" b="1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健康訊息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F80DE78-4BB8-4570-801E-E4F35BDAC958}"/>
              </a:ext>
            </a:extLst>
          </p:cNvPr>
          <p:cNvSpPr txBox="1"/>
          <p:nvPr/>
        </p:nvSpPr>
        <p:spPr>
          <a:xfrm>
            <a:off x="1859167" y="4588187"/>
            <a:ext cx="1406381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143" b="1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系統訊息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DD06E4-7F7A-4BD8-A4D0-37867F0E1868}"/>
              </a:ext>
            </a:extLst>
          </p:cNvPr>
          <p:cNvSpPr/>
          <p:nvPr/>
        </p:nvSpPr>
        <p:spPr>
          <a:xfrm>
            <a:off x="1981199" y="2021712"/>
            <a:ext cx="8211671" cy="2521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143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2682177-F9D6-475B-BEFF-9C067734A1CF}"/>
              </a:ext>
            </a:extLst>
          </p:cNvPr>
          <p:cNvSpPr/>
          <p:nvPr/>
        </p:nvSpPr>
        <p:spPr>
          <a:xfrm>
            <a:off x="1981199" y="5003414"/>
            <a:ext cx="8211671" cy="14811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143"/>
          </a:p>
        </p:txBody>
      </p:sp>
    </p:spTree>
    <p:extLst>
      <p:ext uri="{BB962C8B-B14F-4D97-AF65-F5344CB8AC3E}">
        <p14:creationId xmlns:p14="http://schemas.microsoft.com/office/powerpoint/2010/main" val="231545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</Words>
  <Application>Microsoft Office PowerPoint</Application>
  <PresentationFormat>寬螢幕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承諺 游</dc:creator>
  <cp:lastModifiedBy>承諺 游</cp:lastModifiedBy>
  <cp:revision>1</cp:revision>
  <dcterms:created xsi:type="dcterms:W3CDTF">2026-02-05T22:14:25Z</dcterms:created>
  <dcterms:modified xsi:type="dcterms:W3CDTF">2026-02-05T22:18:01Z</dcterms:modified>
</cp:coreProperties>
</file>