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9" r:id="rId3"/>
    <p:sldId id="260" r:id="rId4"/>
    <p:sldId id="261" r:id="rId5"/>
  </p:sldIdLst>
  <p:sldSz cx="360045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2" autoAdjust="0"/>
    <p:restoredTop sz="94660"/>
  </p:normalViewPr>
  <p:slideViewPr>
    <p:cSldViewPr snapToGrid="0">
      <p:cViewPr>
        <p:scale>
          <a:sx n="125" d="100"/>
          <a:sy n="125" d="100"/>
        </p:scale>
        <p:origin x="36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942577"/>
            <a:ext cx="3060383" cy="2005142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3025045"/>
            <a:ext cx="2700338" cy="1390533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FE7A-F932-411B-9EC8-918F2BAAE2E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59F66-D159-45AD-9F8F-0DA121131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1312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FE7A-F932-411B-9EC8-918F2BAAE2E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59F66-D159-45AD-9F8F-0DA121131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2974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1435864"/>
            <a:ext cx="3105388" cy="2395771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3854300"/>
            <a:ext cx="3105388" cy="1259879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/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FE7A-F932-411B-9EC8-918F2BAAE2E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59F66-D159-45AD-9F8F-0DA121131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2705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1533187"/>
            <a:ext cx="1530191" cy="365431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1533187"/>
            <a:ext cx="1530191" cy="365431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FE7A-F932-411B-9EC8-918F2BAAE2E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59F66-D159-45AD-9F8F-0DA121131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160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306639"/>
            <a:ext cx="3105388" cy="111322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1411865"/>
            <a:ext cx="1523159" cy="69193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2103799"/>
            <a:ext cx="1523159" cy="30943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1411865"/>
            <a:ext cx="1530660" cy="69193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2103799"/>
            <a:ext cx="1530660" cy="30943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FE7A-F932-411B-9EC8-918F2BAAE2E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59F66-D159-45AD-9F8F-0DA121131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0186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FE7A-F932-411B-9EC8-918F2BAAE2E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59F66-D159-45AD-9F8F-0DA121131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805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FE7A-F932-411B-9EC8-918F2BAAE2E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59F66-D159-45AD-9F8F-0DA121131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649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383963"/>
            <a:ext cx="1161239" cy="1343872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829256"/>
            <a:ext cx="1822728" cy="4092942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727835"/>
            <a:ext cx="1161239" cy="3201028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FE7A-F932-411B-9EC8-918F2BAAE2E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59F66-D159-45AD-9F8F-0DA121131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8879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383963"/>
            <a:ext cx="1161239" cy="1343872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829256"/>
            <a:ext cx="1822728" cy="4092942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727835"/>
            <a:ext cx="1161239" cy="3201028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FE7A-F932-411B-9EC8-918F2BAAE2E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59F66-D159-45AD-9F8F-0DA121131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465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FE7A-F932-411B-9EC8-918F2BAAE2E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59F66-D159-45AD-9F8F-0DA121131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33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306637"/>
            <a:ext cx="776347" cy="488086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306637"/>
            <a:ext cx="2284035" cy="488086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FE7A-F932-411B-9EC8-918F2BAAE2E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59F66-D159-45AD-9F8F-0DA121131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94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306639"/>
            <a:ext cx="3105388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1533187"/>
            <a:ext cx="3105388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5338158"/>
            <a:ext cx="810101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3FE7A-F932-411B-9EC8-918F2BAAE2EE}" type="datetimeFigureOut">
              <a:rPr lang="zh-TW" altLang="en-US" smtClean="0"/>
              <a:t>2026/2/6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5338158"/>
            <a:ext cx="1215152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5338158"/>
            <a:ext cx="810101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59F66-D159-45AD-9F8F-0DA121131E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104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群組 43">
            <a:extLst>
              <a:ext uri="{FF2B5EF4-FFF2-40B4-BE49-F238E27FC236}">
                <a16:creationId xmlns:a16="http://schemas.microsoft.com/office/drawing/2014/main" id="{6A34F0C1-9A5C-454C-A5A2-772EF677E02B}"/>
              </a:ext>
            </a:extLst>
          </p:cNvPr>
          <p:cNvGrpSpPr/>
          <p:nvPr/>
        </p:nvGrpSpPr>
        <p:grpSpPr>
          <a:xfrm>
            <a:off x="-14348" y="0"/>
            <a:ext cx="3600450" cy="5766042"/>
            <a:chOff x="0" y="0"/>
            <a:chExt cx="3600450" cy="5766042"/>
          </a:xfrm>
        </p:grpSpPr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48D42DD1-4F4D-4CD7-BD25-1E30B4188806}"/>
                </a:ext>
              </a:extLst>
            </p:cNvPr>
            <p:cNvGrpSpPr/>
            <p:nvPr/>
          </p:nvGrpSpPr>
          <p:grpSpPr>
            <a:xfrm>
              <a:off x="0" y="0"/>
              <a:ext cx="3600450" cy="5759450"/>
              <a:chOff x="0" y="0"/>
              <a:chExt cx="3600450" cy="5759450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398FB55-2EAB-4DB2-B571-A7A0B1DB9BC0}"/>
                  </a:ext>
                </a:extLst>
              </p:cNvPr>
              <p:cNvSpPr/>
              <p:nvPr/>
            </p:nvSpPr>
            <p:spPr>
              <a:xfrm>
                <a:off x="0" y="0"/>
                <a:ext cx="3600450" cy="575945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479" dirty="0"/>
              </a:p>
            </p:txBody>
          </p:sp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063A37A6-8E2D-41D4-9788-3F0C12A510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9131" t="22444" r="31950" b="-2839"/>
              <a:stretch/>
            </p:blipFill>
            <p:spPr>
              <a:xfrm>
                <a:off x="105799" y="113354"/>
                <a:ext cx="113356" cy="216543"/>
              </a:xfrm>
              <a:prstGeom prst="rect">
                <a:avLst/>
              </a:prstGeom>
            </p:spPr>
          </p:pic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A2D6B52-63E5-4DCD-99C3-493071C41600}"/>
                  </a:ext>
                </a:extLst>
              </p:cNvPr>
              <p:cNvSpPr txBox="1"/>
              <p:nvPr/>
            </p:nvSpPr>
            <p:spPr>
              <a:xfrm>
                <a:off x="219155" y="75568"/>
                <a:ext cx="19159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CARE</a:t>
                </a:r>
                <a:r>
                  <a:rPr lang="zh-TW" altLang="en-US" sz="12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健康醫療資源協助</a:t>
                </a:r>
              </a:p>
            </p:txBody>
          </p:sp>
          <p:pic>
            <p:nvPicPr>
              <p:cNvPr id="13" name="圖片 12">
                <a:extLst>
                  <a:ext uri="{FF2B5EF4-FFF2-40B4-BE49-F238E27FC236}">
                    <a16:creationId xmlns:a16="http://schemas.microsoft.com/office/drawing/2014/main" id="{D2A2F4EF-F095-4269-860A-57C942AFA5A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-967" b="10030"/>
              <a:stretch/>
            </p:blipFill>
            <p:spPr>
              <a:xfrm>
                <a:off x="2599617" y="120818"/>
                <a:ext cx="789238" cy="209080"/>
              </a:xfrm>
              <a:prstGeom prst="rect">
                <a:avLst/>
              </a:prstGeom>
            </p:spPr>
          </p:pic>
        </p:grp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32540978-53A5-47B1-8C60-AD6DBB35B3FE}"/>
                </a:ext>
              </a:extLst>
            </p:cNvPr>
            <p:cNvSpPr/>
            <p:nvPr/>
          </p:nvSpPr>
          <p:spPr>
            <a:xfrm>
              <a:off x="0" y="5403273"/>
              <a:ext cx="3600450" cy="36276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矩形: 圓角 40">
              <a:extLst>
                <a:ext uri="{FF2B5EF4-FFF2-40B4-BE49-F238E27FC236}">
                  <a16:creationId xmlns:a16="http://schemas.microsoft.com/office/drawing/2014/main" id="{AE23748D-5602-473A-A367-473537FCA82C}"/>
                </a:ext>
              </a:extLst>
            </p:cNvPr>
            <p:cNvSpPr/>
            <p:nvPr/>
          </p:nvSpPr>
          <p:spPr>
            <a:xfrm>
              <a:off x="612120" y="5501514"/>
              <a:ext cx="2667630" cy="178758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7FFB56BE-AE8B-43FF-8AB7-CD00C32104E0}"/>
              </a:ext>
            </a:extLst>
          </p:cNvPr>
          <p:cNvGrpSpPr/>
          <p:nvPr/>
        </p:nvGrpSpPr>
        <p:grpSpPr>
          <a:xfrm>
            <a:off x="162477" y="994909"/>
            <a:ext cx="2070627" cy="3245245"/>
            <a:chOff x="466408" y="1591251"/>
            <a:chExt cx="2070627" cy="3245245"/>
          </a:xfrm>
        </p:grpSpPr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8C2FAEC4-6F8E-4F51-9ABB-1E4EBBA1D3A2}"/>
                </a:ext>
              </a:extLst>
            </p:cNvPr>
            <p:cNvSpPr/>
            <p:nvPr/>
          </p:nvSpPr>
          <p:spPr>
            <a:xfrm>
              <a:off x="466410" y="1591251"/>
              <a:ext cx="2070625" cy="324524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EA6291D8-FDC3-4F50-B1BC-94EA71762036}"/>
                </a:ext>
              </a:extLst>
            </p:cNvPr>
            <p:cNvSpPr txBox="1"/>
            <p:nvPr/>
          </p:nvSpPr>
          <p:spPr>
            <a:xfrm>
              <a:off x="559219" y="1651708"/>
              <a:ext cx="197781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依「疼痛位置」判斷可能科別</a:t>
              </a:r>
            </a:p>
            <a:p>
              <a:endParaRPr lang="zh-TW" altLang="en-US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C0FCA4B-99B0-4A0C-A33D-931A9D37D3C8}"/>
                </a:ext>
              </a:extLst>
            </p:cNvPr>
            <p:cNvSpPr/>
            <p:nvPr/>
          </p:nvSpPr>
          <p:spPr>
            <a:xfrm>
              <a:off x="466410" y="2135358"/>
              <a:ext cx="2070625" cy="423195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29E15EE-82B7-42D8-9326-BC99176DCB4C}"/>
                </a:ext>
              </a:extLst>
            </p:cNvPr>
            <p:cNvSpPr/>
            <p:nvPr/>
          </p:nvSpPr>
          <p:spPr>
            <a:xfrm>
              <a:off x="466410" y="2565145"/>
              <a:ext cx="2070625" cy="423195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287C8B8-6C4A-40B3-B742-DCCF45A9ED5B}"/>
                </a:ext>
              </a:extLst>
            </p:cNvPr>
            <p:cNvSpPr/>
            <p:nvPr/>
          </p:nvSpPr>
          <p:spPr>
            <a:xfrm>
              <a:off x="466409" y="2988340"/>
              <a:ext cx="2070625" cy="423195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5ABC2E1-9450-44B7-82E2-2A38B441C984}"/>
                </a:ext>
              </a:extLst>
            </p:cNvPr>
            <p:cNvSpPr/>
            <p:nvPr/>
          </p:nvSpPr>
          <p:spPr>
            <a:xfrm>
              <a:off x="466409" y="3411535"/>
              <a:ext cx="2070625" cy="423195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1447637-E21E-4FDE-ADC4-E89E0918EC14}"/>
                </a:ext>
              </a:extLst>
            </p:cNvPr>
            <p:cNvSpPr txBox="1"/>
            <p:nvPr/>
          </p:nvSpPr>
          <p:spPr>
            <a:xfrm>
              <a:off x="466409" y="2128766"/>
              <a:ext cx="15759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上腹部（肋骨下方）</a:t>
              </a: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CCA882B9-9131-4DB0-8DDB-A5F29DB16481}"/>
                </a:ext>
              </a:extLst>
            </p:cNvPr>
            <p:cNvSpPr txBox="1"/>
            <p:nvPr/>
          </p:nvSpPr>
          <p:spPr>
            <a:xfrm>
              <a:off x="535485" y="2323069"/>
              <a:ext cx="18525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腸胃科（胃炎、胃潰瘍、消化不良）</a:t>
              </a: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32E62FBA-B3FF-438F-86AF-8B2C9BA20733}"/>
                </a:ext>
              </a:extLst>
            </p:cNvPr>
            <p:cNvSpPr txBox="1"/>
            <p:nvPr/>
          </p:nvSpPr>
          <p:spPr>
            <a:xfrm>
              <a:off x="466408" y="2558553"/>
              <a:ext cx="15759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右上腹</a:t>
              </a: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A915732E-9E97-431D-96D2-E6DE69033F11}"/>
                </a:ext>
              </a:extLst>
            </p:cNvPr>
            <p:cNvSpPr txBox="1"/>
            <p:nvPr/>
          </p:nvSpPr>
          <p:spPr>
            <a:xfrm>
              <a:off x="559219" y="2781693"/>
              <a:ext cx="18525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腸胃科（膽囊、膽結石）</a:t>
              </a: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AF9196B9-331C-446C-8A24-ED00BF7D3D30}"/>
                </a:ext>
              </a:extLst>
            </p:cNvPr>
            <p:cNvSpPr txBox="1"/>
            <p:nvPr/>
          </p:nvSpPr>
          <p:spPr>
            <a:xfrm>
              <a:off x="466408" y="2961708"/>
              <a:ext cx="15759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下腹部（肚臍以下）</a:t>
              </a: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4FA576F7-9732-4983-8C4F-1A2DED8FA81A}"/>
                </a:ext>
              </a:extLst>
            </p:cNvPr>
            <p:cNvSpPr txBox="1"/>
            <p:nvPr/>
          </p:nvSpPr>
          <p:spPr>
            <a:xfrm>
              <a:off x="559218" y="3190112"/>
              <a:ext cx="18525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腸胃科、婦產科、泌尿科</a:t>
              </a: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4D176F49-3164-4923-B8AF-C736CACB50BD}"/>
                </a:ext>
              </a:extLst>
            </p:cNvPr>
            <p:cNvSpPr txBox="1"/>
            <p:nvPr/>
          </p:nvSpPr>
          <p:spPr>
            <a:xfrm>
              <a:off x="466408" y="3415017"/>
              <a:ext cx="15759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右下腹</a:t>
              </a: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7B3B303C-87C6-47E3-96B9-61FC688815F7}"/>
                </a:ext>
              </a:extLst>
            </p:cNvPr>
            <p:cNvSpPr txBox="1"/>
            <p:nvPr/>
          </p:nvSpPr>
          <p:spPr>
            <a:xfrm>
              <a:off x="559217" y="3629057"/>
              <a:ext cx="18525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外科、急診</a:t>
              </a: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7649D3B7-F0E7-40AD-A56F-248A35AD2C28}"/>
                </a:ext>
              </a:extLst>
            </p:cNvPr>
            <p:cNvSpPr txBox="1"/>
            <p:nvPr/>
          </p:nvSpPr>
          <p:spPr>
            <a:xfrm>
              <a:off x="466408" y="3851576"/>
              <a:ext cx="19778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我也可以幫您搜索附近有相關科室的醫療院所</a:t>
              </a: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170FD648-66D3-48C9-95C2-A8560F00D9C6}"/>
                </a:ext>
              </a:extLst>
            </p:cNvPr>
            <p:cNvSpPr/>
            <p:nvPr/>
          </p:nvSpPr>
          <p:spPr>
            <a:xfrm>
              <a:off x="657462" y="4313241"/>
              <a:ext cx="1685217" cy="330999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搜尋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3E13DEBB-B49A-41A4-AB97-847EAA224ECD}"/>
              </a:ext>
            </a:extLst>
          </p:cNvPr>
          <p:cNvSpPr/>
          <p:nvPr/>
        </p:nvSpPr>
        <p:spPr>
          <a:xfrm>
            <a:off x="2433362" y="4279641"/>
            <a:ext cx="557094" cy="27699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搜尋</a:t>
            </a: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63407DEA-B59F-473F-B7E7-E14FD7BDBAC9}"/>
              </a:ext>
            </a:extLst>
          </p:cNvPr>
          <p:cNvGrpSpPr/>
          <p:nvPr/>
        </p:nvGrpSpPr>
        <p:grpSpPr>
          <a:xfrm>
            <a:off x="3015253" y="4282608"/>
            <a:ext cx="423193" cy="276999"/>
            <a:chOff x="3162909" y="559219"/>
            <a:chExt cx="423193" cy="276999"/>
          </a:xfrm>
        </p:grpSpPr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CF1B5D5B-E507-4975-A0DD-65F9AB76C2D5}"/>
                </a:ext>
              </a:extLst>
            </p:cNvPr>
            <p:cNvSpPr/>
            <p:nvPr/>
          </p:nvSpPr>
          <p:spPr>
            <a:xfrm>
              <a:off x="3226850" y="559219"/>
              <a:ext cx="295313" cy="27699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highlight>
                  <a:srgbClr val="FFFF00"/>
                </a:highlight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94CFD7B5-5DA6-4C19-8682-A65DB0F2089B}"/>
                </a:ext>
              </a:extLst>
            </p:cNvPr>
            <p:cNvSpPr txBox="1"/>
            <p:nvPr/>
          </p:nvSpPr>
          <p:spPr>
            <a:xfrm>
              <a:off x="3162909" y="574607"/>
              <a:ext cx="423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/>
                <a:t>User</a:t>
              </a:r>
              <a:endParaRPr lang="zh-TW" altLang="en-US" sz="1000" dirty="0"/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FDAB1CA7-2129-40F9-B8FD-B9EA9E44148E}"/>
              </a:ext>
            </a:extLst>
          </p:cNvPr>
          <p:cNvGrpSpPr/>
          <p:nvPr/>
        </p:nvGrpSpPr>
        <p:grpSpPr>
          <a:xfrm>
            <a:off x="3162909" y="559219"/>
            <a:ext cx="423193" cy="276999"/>
            <a:chOff x="3162909" y="559219"/>
            <a:chExt cx="423193" cy="276999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225392CB-0B4A-4940-9A2F-F2470EE91AB7}"/>
                </a:ext>
              </a:extLst>
            </p:cNvPr>
            <p:cNvSpPr/>
            <p:nvPr/>
          </p:nvSpPr>
          <p:spPr>
            <a:xfrm>
              <a:off x="3226850" y="559219"/>
              <a:ext cx="295313" cy="27699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highlight>
                  <a:srgbClr val="FFFF00"/>
                </a:highlight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6BB05B2C-94FE-45E7-B620-51CD5B0E7362}"/>
                </a:ext>
              </a:extLst>
            </p:cNvPr>
            <p:cNvSpPr txBox="1"/>
            <p:nvPr/>
          </p:nvSpPr>
          <p:spPr>
            <a:xfrm>
              <a:off x="3162909" y="574607"/>
              <a:ext cx="423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/>
                <a:t>User</a:t>
              </a:r>
              <a:endParaRPr lang="zh-TW" altLang="en-US" sz="1000" dirty="0"/>
            </a:p>
          </p:txBody>
        </p:sp>
      </p:grp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4EFDF9D-22B1-4393-AC30-9C4D1ACBF824}"/>
              </a:ext>
            </a:extLst>
          </p:cNvPr>
          <p:cNvSpPr/>
          <p:nvPr/>
        </p:nvSpPr>
        <p:spPr>
          <a:xfrm>
            <a:off x="1904371" y="559219"/>
            <a:ext cx="1265328" cy="27699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我的肚子好痛</a:t>
            </a:r>
          </a:p>
        </p:txBody>
      </p:sp>
    </p:spTree>
    <p:extLst>
      <p:ext uri="{BB962C8B-B14F-4D97-AF65-F5344CB8AC3E}">
        <p14:creationId xmlns:p14="http://schemas.microsoft.com/office/powerpoint/2010/main" val="4036663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18E097-5C2D-4E51-9FB8-80FFA242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1194D7-3370-46E3-A3AD-919F75C90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086931DB-57E4-46DD-912E-97D2A26A42CA}"/>
              </a:ext>
            </a:extLst>
          </p:cNvPr>
          <p:cNvGrpSpPr/>
          <p:nvPr/>
        </p:nvGrpSpPr>
        <p:grpSpPr>
          <a:xfrm>
            <a:off x="0" y="0"/>
            <a:ext cx="3600450" cy="5766042"/>
            <a:chOff x="0" y="0"/>
            <a:chExt cx="3600450" cy="5766042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B7652F9B-9D48-4171-98D9-3335285B0371}"/>
                </a:ext>
              </a:extLst>
            </p:cNvPr>
            <p:cNvGrpSpPr/>
            <p:nvPr/>
          </p:nvGrpSpPr>
          <p:grpSpPr>
            <a:xfrm>
              <a:off x="0" y="0"/>
              <a:ext cx="3600450" cy="5759450"/>
              <a:chOff x="0" y="0"/>
              <a:chExt cx="3600450" cy="5759450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11E84D7E-DCC4-410C-A99E-DCF38419C9CF}"/>
                  </a:ext>
                </a:extLst>
              </p:cNvPr>
              <p:cNvSpPr/>
              <p:nvPr/>
            </p:nvSpPr>
            <p:spPr>
              <a:xfrm>
                <a:off x="0" y="0"/>
                <a:ext cx="3600450" cy="575945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479" dirty="0"/>
              </a:p>
            </p:txBody>
          </p:sp>
          <p:pic>
            <p:nvPicPr>
              <p:cNvPr id="14" name="圖片 13">
                <a:extLst>
                  <a:ext uri="{FF2B5EF4-FFF2-40B4-BE49-F238E27FC236}">
                    <a16:creationId xmlns:a16="http://schemas.microsoft.com/office/drawing/2014/main" id="{D85706CF-2411-401F-8D38-927CAD7776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9131" t="22444" r="31950" b="-2839"/>
              <a:stretch/>
            </p:blipFill>
            <p:spPr>
              <a:xfrm>
                <a:off x="105799" y="113354"/>
                <a:ext cx="113356" cy="216543"/>
              </a:xfrm>
              <a:prstGeom prst="rect">
                <a:avLst/>
              </a:prstGeom>
            </p:spPr>
          </p:pic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D9DC423-7DC5-4FAC-985A-2C36B23B0F3D}"/>
                  </a:ext>
                </a:extLst>
              </p:cNvPr>
              <p:cNvSpPr txBox="1"/>
              <p:nvPr/>
            </p:nvSpPr>
            <p:spPr>
              <a:xfrm>
                <a:off x="219155" y="75568"/>
                <a:ext cx="19159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CARE</a:t>
                </a:r>
                <a:r>
                  <a:rPr lang="zh-TW" altLang="en-US" sz="12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健康醫療資源協助</a:t>
                </a:r>
              </a:p>
            </p:txBody>
          </p:sp>
          <p:pic>
            <p:nvPicPr>
              <p:cNvPr id="16" name="圖片 15">
                <a:extLst>
                  <a:ext uri="{FF2B5EF4-FFF2-40B4-BE49-F238E27FC236}">
                    <a16:creationId xmlns:a16="http://schemas.microsoft.com/office/drawing/2014/main" id="{DB67E9ED-0910-46EC-94E2-980B2A6AB5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99617" y="120817"/>
                <a:ext cx="781678" cy="232391"/>
              </a:xfrm>
              <a:prstGeom prst="rect">
                <a:avLst/>
              </a:prstGeom>
            </p:spPr>
          </p:pic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E4EE69F-1A62-4BF5-AECC-68E2714AF0EE}"/>
                </a:ext>
              </a:extLst>
            </p:cNvPr>
            <p:cNvSpPr/>
            <p:nvPr/>
          </p:nvSpPr>
          <p:spPr>
            <a:xfrm>
              <a:off x="0" y="5403273"/>
              <a:ext cx="3600450" cy="36276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27007044-C299-4685-8FD5-BFE033410A4D}"/>
                </a:ext>
              </a:extLst>
            </p:cNvPr>
            <p:cNvSpPr/>
            <p:nvPr/>
          </p:nvSpPr>
          <p:spPr>
            <a:xfrm>
              <a:off x="612120" y="5501514"/>
              <a:ext cx="2667630" cy="178758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598AFE72-5540-43DE-866F-E18E4C4A7956}"/>
              </a:ext>
            </a:extLst>
          </p:cNvPr>
          <p:cNvGrpSpPr/>
          <p:nvPr/>
        </p:nvGrpSpPr>
        <p:grpSpPr>
          <a:xfrm>
            <a:off x="162477" y="994909"/>
            <a:ext cx="2070627" cy="2851617"/>
            <a:chOff x="466408" y="1591251"/>
            <a:chExt cx="2070627" cy="2851617"/>
          </a:xfrm>
        </p:grpSpPr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9A22E902-4424-4381-B78F-D7AA6B12D823}"/>
                </a:ext>
              </a:extLst>
            </p:cNvPr>
            <p:cNvSpPr/>
            <p:nvPr/>
          </p:nvSpPr>
          <p:spPr>
            <a:xfrm>
              <a:off x="466410" y="1591251"/>
              <a:ext cx="2070625" cy="2851617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DA676064-F706-4B44-AB20-FCB0BBF3530A}"/>
                </a:ext>
              </a:extLst>
            </p:cNvPr>
            <p:cNvSpPr txBox="1"/>
            <p:nvPr/>
          </p:nvSpPr>
          <p:spPr>
            <a:xfrm>
              <a:off x="559219" y="1651708"/>
              <a:ext cx="19778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附近包含以上科室的醫療院所</a:t>
              </a:r>
              <a:endParaRPr lang="zh-TW" altLang="en-US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46E9D0F-A7ED-480E-81D5-F38AF615744D}"/>
                </a:ext>
              </a:extLst>
            </p:cNvPr>
            <p:cNvSpPr/>
            <p:nvPr/>
          </p:nvSpPr>
          <p:spPr>
            <a:xfrm>
              <a:off x="466409" y="2178774"/>
              <a:ext cx="2070625" cy="423195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886F71B-E4A1-4462-8C2C-E4947A55BA80}"/>
                </a:ext>
              </a:extLst>
            </p:cNvPr>
            <p:cNvSpPr/>
            <p:nvPr/>
          </p:nvSpPr>
          <p:spPr>
            <a:xfrm>
              <a:off x="466410" y="2565145"/>
              <a:ext cx="2070625" cy="423195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44E1671-74B9-4062-A9D5-B8C3423D8F14}"/>
                </a:ext>
              </a:extLst>
            </p:cNvPr>
            <p:cNvSpPr/>
            <p:nvPr/>
          </p:nvSpPr>
          <p:spPr>
            <a:xfrm>
              <a:off x="466409" y="2988340"/>
              <a:ext cx="2070625" cy="423195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F8436A1-D6B0-4A3A-803E-72B7FC8320EA}"/>
                </a:ext>
              </a:extLst>
            </p:cNvPr>
            <p:cNvSpPr/>
            <p:nvPr/>
          </p:nvSpPr>
          <p:spPr>
            <a:xfrm>
              <a:off x="466409" y="3411535"/>
              <a:ext cx="2070625" cy="423195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54ABACA4-7C2D-4F27-9C12-B8DBE33F859C}"/>
                </a:ext>
              </a:extLst>
            </p:cNvPr>
            <p:cNvSpPr txBox="1"/>
            <p:nvPr/>
          </p:nvSpPr>
          <p:spPr>
            <a:xfrm>
              <a:off x="466409" y="2128766"/>
              <a:ext cx="15759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XX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診所</a:t>
              </a: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4C9A3E5A-FDE9-4C25-84B8-325B7102ACC4}"/>
                </a:ext>
              </a:extLst>
            </p:cNvPr>
            <p:cNvSpPr txBox="1"/>
            <p:nvPr/>
          </p:nvSpPr>
          <p:spPr>
            <a:xfrm>
              <a:off x="523086" y="2322884"/>
              <a:ext cx="18525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家醫科</a:t>
              </a: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D28B97FF-EE11-45CD-BD3D-F7896AF3B683}"/>
                </a:ext>
              </a:extLst>
            </p:cNvPr>
            <p:cNvSpPr txBox="1"/>
            <p:nvPr/>
          </p:nvSpPr>
          <p:spPr>
            <a:xfrm>
              <a:off x="466408" y="2558553"/>
              <a:ext cx="15759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OO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診所</a:t>
              </a: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ADCD8638-0713-4255-99ED-B888109A94CA}"/>
                </a:ext>
              </a:extLst>
            </p:cNvPr>
            <p:cNvSpPr txBox="1"/>
            <p:nvPr/>
          </p:nvSpPr>
          <p:spPr>
            <a:xfrm>
              <a:off x="559219" y="2781693"/>
              <a:ext cx="18525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家醫科</a:t>
              </a: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61A7F235-DDC9-49D8-AE34-E8BFAEFFF3A7}"/>
                </a:ext>
              </a:extLst>
            </p:cNvPr>
            <p:cNvSpPr txBox="1"/>
            <p:nvPr/>
          </p:nvSpPr>
          <p:spPr>
            <a:xfrm>
              <a:off x="466408" y="2961708"/>
              <a:ext cx="15759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婦產科</a:t>
              </a: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6F2351B4-1B34-4100-885C-27737146885C}"/>
                </a:ext>
              </a:extLst>
            </p:cNvPr>
            <p:cNvSpPr txBox="1"/>
            <p:nvPr/>
          </p:nvSpPr>
          <p:spPr>
            <a:xfrm>
              <a:off x="559218" y="3190112"/>
              <a:ext cx="18525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婦產科、泌尿科</a:t>
              </a: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2371E3BE-BBFD-4A78-96E5-5CF5BCD8BDD1}"/>
                </a:ext>
              </a:extLst>
            </p:cNvPr>
            <p:cNvSpPr txBox="1"/>
            <p:nvPr/>
          </p:nvSpPr>
          <p:spPr>
            <a:xfrm>
              <a:off x="466408" y="3415017"/>
              <a:ext cx="15759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UU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醫院</a:t>
              </a: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601D68F5-52E7-4DD7-BED8-F689CCC56BBA}"/>
                </a:ext>
              </a:extLst>
            </p:cNvPr>
            <p:cNvSpPr txBox="1"/>
            <p:nvPr/>
          </p:nvSpPr>
          <p:spPr>
            <a:xfrm>
              <a:off x="559217" y="3629057"/>
              <a:ext cx="191338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腸胃科、外科、急診、婦產科、泌尿科</a:t>
              </a: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CFC4C6F5-E7CC-4E52-9A7C-D92AA369B3E0}"/>
                </a:ext>
              </a:extLst>
            </p:cNvPr>
            <p:cNvSpPr txBox="1"/>
            <p:nvPr/>
          </p:nvSpPr>
          <p:spPr>
            <a:xfrm>
              <a:off x="466408" y="3851576"/>
              <a:ext cx="19778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我也可以幫您取得醫療院所的掛號資訊</a:t>
              </a:r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9EF71A65-12BC-4258-AD61-C7A799445D30}"/>
              </a:ext>
            </a:extLst>
          </p:cNvPr>
          <p:cNvGrpSpPr/>
          <p:nvPr/>
        </p:nvGrpSpPr>
        <p:grpSpPr>
          <a:xfrm>
            <a:off x="3169698" y="551501"/>
            <a:ext cx="423193" cy="276999"/>
            <a:chOff x="3162909" y="559219"/>
            <a:chExt cx="423193" cy="276999"/>
          </a:xfrm>
        </p:grpSpPr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ED0EEB14-E298-4277-ABF7-D97672204A18}"/>
                </a:ext>
              </a:extLst>
            </p:cNvPr>
            <p:cNvSpPr/>
            <p:nvPr/>
          </p:nvSpPr>
          <p:spPr>
            <a:xfrm>
              <a:off x="3226850" y="559219"/>
              <a:ext cx="295313" cy="27699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highlight>
                  <a:srgbClr val="FFFF00"/>
                </a:highlight>
              </a:endParaRP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A27D50AF-B128-4B24-A679-717BE8C19445}"/>
                </a:ext>
              </a:extLst>
            </p:cNvPr>
            <p:cNvSpPr txBox="1"/>
            <p:nvPr/>
          </p:nvSpPr>
          <p:spPr>
            <a:xfrm>
              <a:off x="3162909" y="574607"/>
              <a:ext cx="423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/>
                <a:t>User</a:t>
              </a:r>
              <a:endParaRPr lang="zh-TW" altLang="en-US" sz="1000" dirty="0"/>
            </a:p>
          </p:txBody>
        </p:sp>
      </p:grp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816691AD-ADFC-4C70-A653-97AFCBE54422}"/>
              </a:ext>
            </a:extLst>
          </p:cNvPr>
          <p:cNvSpPr/>
          <p:nvPr/>
        </p:nvSpPr>
        <p:spPr>
          <a:xfrm>
            <a:off x="2605045" y="551501"/>
            <a:ext cx="557094" cy="27699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搜尋</a:t>
            </a:r>
          </a:p>
        </p:txBody>
      </p:sp>
    </p:spTree>
    <p:extLst>
      <p:ext uri="{BB962C8B-B14F-4D97-AF65-F5344CB8AC3E}">
        <p14:creationId xmlns:p14="http://schemas.microsoft.com/office/powerpoint/2010/main" val="775881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0C6676-FBAE-4ECF-8E1B-2C3F512E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4AF983-96F0-4429-B118-C87AFE8AD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964B7B43-8E22-48EF-8F2A-F0B4EBE3E316}"/>
              </a:ext>
            </a:extLst>
          </p:cNvPr>
          <p:cNvGrpSpPr/>
          <p:nvPr/>
        </p:nvGrpSpPr>
        <p:grpSpPr>
          <a:xfrm>
            <a:off x="-14348" y="0"/>
            <a:ext cx="3600450" cy="5766042"/>
            <a:chOff x="-14348" y="0"/>
            <a:chExt cx="3600450" cy="5766042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189C4880-5884-473F-BF72-ED120733A58A}"/>
                </a:ext>
              </a:extLst>
            </p:cNvPr>
            <p:cNvGrpSpPr/>
            <p:nvPr/>
          </p:nvGrpSpPr>
          <p:grpSpPr>
            <a:xfrm>
              <a:off x="-14348" y="0"/>
              <a:ext cx="3600450" cy="5766042"/>
              <a:chOff x="0" y="0"/>
              <a:chExt cx="3600450" cy="5766042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9763000B-4422-4FF9-B47E-2F195765D289}"/>
                  </a:ext>
                </a:extLst>
              </p:cNvPr>
              <p:cNvGrpSpPr/>
              <p:nvPr/>
            </p:nvGrpSpPr>
            <p:grpSpPr>
              <a:xfrm>
                <a:off x="0" y="0"/>
                <a:ext cx="3600450" cy="5759450"/>
                <a:chOff x="0" y="0"/>
                <a:chExt cx="3600450" cy="5759450"/>
              </a:xfrm>
            </p:grpSpPr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B8FC8CAA-0305-4079-88E8-78B73C71350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3600450" cy="5759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479" dirty="0"/>
                </a:p>
              </p:txBody>
            </p:sp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41E75388-D5C8-40BB-8E4E-108A3E8ED9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19131" t="22444" r="31950" b="-2839"/>
                <a:stretch/>
              </p:blipFill>
              <p:spPr>
                <a:xfrm>
                  <a:off x="105799" y="113354"/>
                  <a:ext cx="113356" cy="216543"/>
                </a:xfrm>
                <a:prstGeom prst="rect">
                  <a:avLst/>
                </a:prstGeom>
              </p:spPr>
            </p:pic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908B72F7-149C-45FB-B03C-E04D4A43D4F3}"/>
                    </a:ext>
                  </a:extLst>
                </p:cNvPr>
                <p:cNvSpPr txBox="1"/>
                <p:nvPr/>
              </p:nvSpPr>
              <p:spPr>
                <a:xfrm>
                  <a:off x="219155" y="75568"/>
                  <a:ext cx="191596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200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CARE</a:t>
                  </a:r>
                  <a:r>
                    <a:rPr lang="zh-TW" altLang="en-US" sz="1200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健康醫療資源協助</a:t>
                  </a:r>
                </a:p>
              </p:txBody>
            </p:sp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D0D0C860-57C9-47ED-B78F-575921AE9E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99617" y="120817"/>
                  <a:ext cx="781678" cy="232391"/>
                </a:xfrm>
                <a:prstGeom prst="rect">
                  <a:avLst/>
                </a:prstGeom>
              </p:spPr>
            </p:pic>
          </p:grp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29CE82C-B0BA-4AA4-A55D-E0697744587F}"/>
                  </a:ext>
                </a:extLst>
              </p:cNvPr>
              <p:cNvSpPr/>
              <p:nvPr/>
            </p:nvSpPr>
            <p:spPr>
              <a:xfrm>
                <a:off x="0" y="5403273"/>
                <a:ext cx="3600450" cy="3627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2" name="矩形: 圓角化同側角落 11">
              <a:extLst>
                <a:ext uri="{FF2B5EF4-FFF2-40B4-BE49-F238E27FC236}">
                  <a16:creationId xmlns:a16="http://schemas.microsoft.com/office/drawing/2014/main" id="{966ED56E-04EA-40F5-90A4-0F497265968F}"/>
                </a:ext>
              </a:extLst>
            </p:cNvPr>
            <p:cNvSpPr/>
            <p:nvPr/>
          </p:nvSpPr>
          <p:spPr>
            <a:xfrm>
              <a:off x="91451" y="5509071"/>
              <a:ext cx="156080" cy="137025"/>
            </a:xfrm>
            <a:prstGeom prst="round2Same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EB085B70-A6A7-4FF7-AB88-613F8C2B2E8C}"/>
              </a:ext>
            </a:extLst>
          </p:cNvPr>
          <p:cNvGrpSpPr/>
          <p:nvPr/>
        </p:nvGrpSpPr>
        <p:grpSpPr>
          <a:xfrm>
            <a:off x="-14348" y="3166391"/>
            <a:ext cx="3600450" cy="2236241"/>
            <a:chOff x="-14348" y="3166391"/>
            <a:chExt cx="3600450" cy="2236241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A3700FCD-625B-48E2-B419-49250B08A899}"/>
                </a:ext>
              </a:extLst>
            </p:cNvPr>
            <p:cNvGrpSpPr/>
            <p:nvPr/>
          </p:nvGrpSpPr>
          <p:grpSpPr>
            <a:xfrm>
              <a:off x="-14348" y="3166391"/>
              <a:ext cx="3600450" cy="2236241"/>
              <a:chOff x="-14348" y="3166391"/>
              <a:chExt cx="3600450" cy="2236241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16898C0E-008D-4A0A-8928-DE90017E2E59}"/>
                  </a:ext>
                </a:extLst>
              </p:cNvPr>
              <p:cNvSpPr/>
              <p:nvPr/>
            </p:nvSpPr>
            <p:spPr>
              <a:xfrm>
                <a:off x="-14348" y="3166391"/>
                <a:ext cx="3600450" cy="223624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DE602B9-7F72-43D1-9BE3-F8616CF06B99}"/>
                  </a:ext>
                </a:extLst>
              </p:cNvPr>
              <p:cNvSpPr/>
              <p:nvPr/>
            </p:nvSpPr>
            <p:spPr>
              <a:xfrm>
                <a:off x="-14348" y="3166391"/>
                <a:ext cx="1155459" cy="111152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746B8FB7-2955-4329-AD61-D245F0737377}"/>
                  </a:ext>
                </a:extLst>
              </p:cNvPr>
              <p:cNvSpPr/>
              <p:nvPr/>
            </p:nvSpPr>
            <p:spPr>
              <a:xfrm>
                <a:off x="1141111" y="4284511"/>
                <a:ext cx="1233832" cy="111152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D1229D1-EADD-454E-8FC5-A785FE98E549}"/>
                  </a:ext>
                </a:extLst>
              </p:cNvPr>
              <p:cNvSpPr/>
              <p:nvPr/>
            </p:nvSpPr>
            <p:spPr>
              <a:xfrm>
                <a:off x="2370528" y="3166391"/>
                <a:ext cx="1211159" cy="111152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2489FE67-E678-487E-BD42-6F54DCB2FFFF}"/>
                </a:ext>
              </a:extLst>
            </p:cNvPr>
            <p:cNvSpPr txBox="1"/>
            <p:nvPr/>
          </p:nvSpPr>
          <p:spPr>
            <a:xfrm>
              <a:off x="2631959" y="4541494"/>
              <a:ext cx="8353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系統設定</a:t>
              </a:r>
            </a:p>
          </p:txBody>
        </p: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A93BCD1-DA44-4C30-A812-1CC06E563903}"/>
              </a:ext>
            </a:extLst>
          </p:cNvPr>
          <p:cNvSpPr txBox="1"/>
          <p:nvPr/>
        </p:nvSpPr>
        <p:spPr>
          <a:xfrm>
            <a:off x="2642461" y="3401727"/>
            <a:ext cx="767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健康資訊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881B0F0-6B1C-489A-AF8F-50E0E29958C3}"/>
              </a:ext>
            </a:extLst>
          </p:cNvPr>
          <p:cNvSpPr txBox="1"/>
          <p:nvPr/>
        </p:nvSpPr>
        <p:spPr>
          <a:xfrm>
            <a:off x="1413044" y="3430712"/>
            <a:ext cx="66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預約掛號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288DB3F-8A9A-454E-A20D-560748C754E1}"/>
              </a:ext>
            </a:extLst>
          </p:cNvPr>
          <p:cNvSpPr txBox="1"/>
          <p:nvPr/>
        </p:nvSpPr>
        <p:spPr>
          <a:xfrm>
            <a:off x="1413044" y="4541494"/>
            <a:ext cx="669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醫療查詢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79D3F48-B524-4A75-BC99-21D90F4BB946}"/>
              </a:ext>
            </a:extLst>
          </p:cNvPr>
          <p:cNvSpPr txBox="1"/>
          <p:nvPr/>
        </p:nvSpPr>
        <p:spPr>
          <a:xfrm>
            <a:off x="233403" y="3409793"/>
            <a:ext cx="762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個人健康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2D570427-F80F-42B6-A9EC-BD3F417A15F6}"/>
              </a:ext>
            </a:extLst>
          </p:cNvPr>
          <p:cNvSpPr txBox="1"/>
          <p:nvPr/>
        </p:nvSpPr>
        <p:spPr>
          <a:xfrm>
            <a:off x="247531" y="4541494"/>
            <a:ext cx="660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家庭健康</a:t>
            </a:r>
          </a:p>
        </p:txBody>
      </p:sp>
    </p:spTree>
    <p:extLst>
      <p:ext uri="{BB962C8B-B14F-4D97-AF65-F5344CB8AC3E}">
        <p14:creationId xmlns:p14="http://schemas.microsoft.com/office/powerpoint/2010/main" val="886733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698BFF7-F6EE-4CC5-AC73-D80D09513F8F}"/>
              </a:ext>
            </a:extLst>
          </p:cNvPr>
          <p:cNvSpPr/>
          <p:nvPr/>
        </p:nvSpPr>
        <p:spPr>
          <a:xfrm>
            <a:off x="0" y="0"/>
            <a:ext cx="3600450" cy="57594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7AC574-8A09-4384-B630-E3A0EBC00F48}"/>
              </a:ext>
            </a:extLst>
          </p:cNvPr>
          <p:cNvSpPr/>
          <p:nvPr/>
        </p:nvSpPr>
        <p:spPr>
          <a:xfrm>
            <a:off x="0" y="0"/>
            <a:ext cx="3600450" cy="54410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644B1758-1A9B-459A-AADE-BCE518EB6172}"/>
              </a:ext>
            </a:extLst>
          </p:cNvPr>
          <p:cNvGrpSpPr/>
          <p:nvPr/>
        </p:nvGrpSpPr>
        <p:grpSpPr>
          <a:xfrm>
            <a:off x="912982" y="700809"/>
            <a:ext cx="771294" cy="544106"/>
            <a:chOff x="912982" y="700809"/>
            <a:chExt cx="771294" cy="544106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4350F7D7-4817-4482-97EB-E7597FF2F4F5}"/>
                </a:ext>
              </a:extLst>
            </p:cNvPr>
            <p:cNvSpPr/>
            <p:nvPr/>
          </p:nvSpPr>
          <p:spPr>
            <a:xfrm>
              <a:off x="913459" y="700809"/>
              <a:ext cx="770817" cy="54410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3345FAF9-6AF0-4C94-9200-E56AB86E7869}"/>
                </a:ext>
              </a:extLst>
            </p:cNvPr>
            <p:cNvSpPr txBox="1"/>
            <p:nvPr/>
          </p:nvSpPr>
          <p:spPr>
            <a:xfrm>
              <a:off x="912982" y="700809"/>
              <a:ext cx="7708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醫院掛號</a:t>
              </a: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45BA71AD-DAE1-47A6-B218-EF95FCD09CAE}"/>
              </a:ext>
            </a:extLst>
          </p:cNvPr>
          <p:cNvGrpSpPr/>
          <p:nvPr/>
        </p:nvGrpSpPr>
        <p:grpSpPr>
          <a:xfrm>
            <a:off x="1695138" y="700809"/>
            <a:ext cx="781679" cy="544106"/>
            <a:chOff x="1695138" y="700809"/>
            <a:chExt cx="781679" cy="544106"/>
          </a:xfrm>
        </p:grpSpPr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6FE9CF3C-7081-46DD-9329-9586C69BA60E}"/>
                </a:ext>
              </a:extLst>
            </p:cNvPr>
            <p:cNvSpPr/>
            <p:nvPr/>
          </p:nvSpPr>
          <p:spPr>
            <a:xfrm>
              <a:off x="1695138" y="700809"/>
              <a:ext cx="770817" cy="54410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3EA9FC50-55F7-4D34-8F59-9553F02BDAC8}"/>
                </a:ext>
              </a:extLst>
            </p:cNvPr>
            <p:cNvSpPr txBox="1"/>
            <p:nvPr/>
          </p:nvSpPr>
          <p:spPr>
            <a:xfrm>
              <a:off x="1706000" y="709468"/>
              <a:ext cx="7708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健康照護</a:t>
              </a:r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49AD04E9-C42B-4135-96A9-44217D7FF0D4}"/>
              </a:ext>
            </a:extLst>
          </p:cNvPr>
          <p:cNvGrpSpPr/>
          <p:nvPr/>
        </p:nvGrpSpPr>
        <p:grpSpPr>
          <a:xfrm>
            <a:off x="2476817" y="700809"/>
            <a:ext cx="782859" cy="544106"/>
            <a:chOff x="2476817" y="700809"/>
            <a:chExt cx="782859" cy="544106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84E431A4-61D9-4C66-99A8-75C11A364373}"/>
                </a:ext>
              </a:extLst>
            </p:cNvPr>
            <p:cNvSpPr/>
            <p:nvPr/>
          </p:nvSpPr>
          <p:spPr>
            <a:xfrm>
              <a:off x="2476817" y="700809"/>
              <a:ext cx="770817" cy="54410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48F7352B-280F-4204-95F7-363C4F9A1BA9}"/>
                </a:ext>
              </a:extLst>
            </p:cNvPr>
            <p:cNvSpPr txBox="1"/>
            <p:nvPr/>
          </p:nvSpPr>
          <p:spPr>
            <a:xfrm>
              <a:off x="2488859" y="709468"/>
              <a:ext cx="7708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家庭系統</a:t>
              </a:r>
            </a:p>
          </p:txBody>
        </p:sp>
      </p:grp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F89717B-028E-46A1-ADB2-BCDDED695053}"/>
              </a:ext>
            </a:extLst>
          </p:cNvPr>
          <p:cNvSpPr/>
          <p:nvPr/>
        </p:nvSpPr>
        <p:spPr>
          <a:xfrm>
            <a:off x="131772" y="979737"/>
            <a:ext cx="3127904" cy="4662684"/>
          </a:xfrm>
          <a:prstGeom prst="roundRect">
            <a:avLst>
              <a:gd name="adj" fmla="val 738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02D7275F-7471-45B1-A678-8A29E1011637}"/>
              </a:ext>
            </a:extLst>
          </p:cNvPr>
          <p:cNvGrpSpPr/>
          <p:nvPr/>
        </p:nvGrpSpPr>
        <p:grpSpPr>
          <a:xfrm>
            <a:off x="131780" y="702803"/>
            <a:ext cx="771294" cy="544106"/>
            <a:chOff x="131780" y="702803"/>
            <a:chExt cx="771294" cy="544106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3296571C-7D95-4603-A083-0515B69E461A}"/>
                </a:ext>
              </a:extLst>
            </p:cNvPr>
            <p:cNvSpPr/>
            <p:nvPr/>
          </p:nvSpPr>
          <p:spPr>
            <a:xfrm>
              <a:off x="131780" y="702803"/>
              <a:ext cx="770817" cy="544106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8DE9EE77-01A4-4545-B7AD-25CD5FDC326B}"/>
                </a:ext>
              </a:extLst>
            </p:cNvPr>
            <p:cNvSpPr txBox="1"/>
            <p:nvPr/>
          </p:nvSpPr>
          <p:spPr>
            <a:xfrm>
              <a:off x="132257" y="713246"/>
              <a:ext cx="7708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100" b="1" dirty="0">
                  <a:solidFill>
                    <a:schemeClr val="accent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最新消息</a:t>
              </a:r>
            </a:p>
          </p:txBody>
        </p: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0FE6F68-5434-46F2-B126-9659F7D2FE5A}"/>
              </a:ext>
            </a:extLst>
          </p:cNvPr>
          <p:cNvSpPr txBox="1"/>
          <p:nvPr/>
        </p:nvSpPr>
        <p:spPr>
          <a:xfrm>
            <a:off x="68014" y="37099"/>
            <a:ext cx="937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ln w="10160">
                  <a:solidFill>
                    <a:schemeClr val="accent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CARE</a:t>
            </a:r>
            <a:endParaRPr lang="zh-TW" altLang="en-US" sz="2400" dirty="0">
              <a:ln w="10160">
                <a:solidFill>
                  <a:schemeClr val="accent6"/>
                </a:solidFill>
                <a:prstDash val="solid"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44BB4089-DBCA-4893-B83D-8FCC7B7858D4}"/>
              </a:ext>
            </a:extLst>
          </p:cNvPr>
          <p:cNvGrpSpPr/>
          <p:nvPr/>
        </p:nvGrpSpPr>
        <p:grpSpPr>
          <a:xfrm>
            <a:off x="2456266" y="128126"/>
            <a:ext cx="405959" cy="279609"/>
            <a:chOff x="2456266" y="128126"/>
            <a:chExt cx="405959" cy="279609"/>
          </a:xfrm>
        </p:grpSpPr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F3F7D225-F6EE-4B1B-8411-7D2F8C456EA9}"/>
                </a:ext>
              </a:extLst>
            </p:cNvPr>
            <p:cNvSpPr/>
            <p:nvPr/>
          </p:nvSpPr>
          <p:spPr>
            <a:xfrm>
              <a:off x="2488859" y="128126"/>
              <a:ext cx="279610" cy="279609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8C15D643-97FB-4A85-93E2-5D9FDF94AD35}"/>
                </a:ext>
              </a:extLst>
            </p:cNvPr>
            <p:cNvSpPr txBox="1"/>
            <p:nvPr/>
          </p:nvSpPr>
          <p:spPr>
            <a:xfrm>
              <a:off x="2456266" y="143083"/>
              <a:ext cx="40595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dirty="0"/>
                <a:t>user</a:t>
              </a:r>
              <a:endParaRPr lang="zh-TW" altLang="en-US" sz="800" dirty="0"/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0092D033-81CC-469F-A319-AAB14E5C814F}"/>
              </a:ext>
            </a:extLst>
          </p:cNvPr>
          <p:cNvGrpSpPr/>
          <p:nvPr/>
        </p:nvGrpSpPr>
        <p:grpSpPr>
          <a:xfrm>
            <a:off x="2749055" y="128125"/>
            <a:ext cx="405959" cy="279609"/>
            <a:chOff x="2749055" y="128125"/>
            <a:chExt cx="405959" cy="279609"/>
          </a:xfrm>
        </p:grpSpPr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9DCEAF7-DF59-440D-92B7-1EA41F48ED0D}"/>
                </a:ext>
              </a:extLst>
            </p:cNvPr>
            <p:cNvSpPr/>
            <p:nvPr/>
          </p:nvSpPr>
          <p:spPr>
            <a:xfrm>
              <a:off x="2798344" y="128125"/>
              <a:ext cx="279610" cy="279609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8EF05C99-24B5-46F2-AC66-81A81AB71750}"/>
                </a:ext>
              </a:extLst>
            </p:cNvPr>
            <p:cNvSpPr txBox="1"/>
            <p:nvPr/>
          </p:nvSpPr>
          <p:spPr>
            <a:xfrm>
              <a:off x="2749055" y="151742"/>
              <a:ext cx="40595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/>
                <a:t>設定</a:t>
              </a:r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C9223A26-53D3-4369-A18F-0AE2D5FACF29}"/>
              </a:ext>
            </a:extLst>
          </p:cNvPr>
          <p:cNvGrpSpPr/>
          <p:nvPr/>
        </p:nvGrpSpPr>
        <p:grpSpPr>
          <a:xfrm>
            <a:off x="3058923" y="128126"/>
            <a:ext cx="424607" cy="279609"/>
            <a:chOff x="3058923" y="128126"/>
            <a:chExt cx="424607" cy="279609"/>
          </a:xfrm>
        </p:grpSpPr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49E7907A-6D36-4AA3-BEE1-EFC333F7535D}"/>
                </a:ext>
              </a:extLst>
            </p:cNvPr>
            <p:cNvSpPr/>
            <p:nvPr/>
          </p:nvSpPr>
          <p:spPr>
            <a:xfrm>
              <a:off x="3107829" y="128126"/>
              <a:ext cx="279610" cy="279609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6DA3E02D-9E6D-4C18-B3BE-E585E982F60C}"/>
                </a:ext>
              </a:extLst>
            </p:cNvPr>
            <p:cNvSpPr txBox="1"/>
            <p:nvPr/>
          </p:nvSpPr>
          <p:spPr>
            <a:xfrm>
              <a:off x="3058923" y="143083"/>
              <a:ext cx="42460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/>
                <a:t>語言</a:t>
              </a: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8AE6F6C-ECCA-4FD5-8DE6-09820573F7FA}"/>
              </a:ext>
            </a:extLst>
          </p:cNvPr>
          <p:cNvSpPr txBox="1"/>
          <p:nvPr/>
        </p:nvSpPr>
        <p:spPr>
          <a:xfrm>
            <a:off x="131772" y="1311214"/>
            <a:ext cx="118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健康訊息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F80DE78-4BB8-4570-801E-E4F35BDAC958}"/>
              </a:ext>
            </a:extLst>
          </p:cNvPr>
          <p:cNvSpPr txBox="1"/>
          <p:nvPr/>
        </p:nvSpPr>
        <p:spPr>
          <a:xfrm>
            <a:off x="131772" y="3815292"/>
            <a:ext cx="118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系統訊息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8DD06E4-7F7A-4BD8-A4D0-37867F0E1868}"/>
              </a:ext>
            </a:extLst>
          </p:cNvPr>
          <p:cNvSpPr/>
          <p:nvPr/>
        </p:nvSpPr>
        <p:spPr>
          <a:xfrm>
            <a:off x="296563" y="1697863"/>
            <a:ext cx="2781391" cy="21174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2682177-F9D6-475B-BEFF-9C067734A1CF}"/>
              </a:ext>
            </a:extLst>
          </p:cNvPr>
          <p:cNvSpPr/>
          <p:nvPr/>
        </p:nvSpPr>
        <p:spPr>
          <a:xfrm>
            <a:off x="296563" y="4201941"/>
            <a:ext cx="2781391" cy="12438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5456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1427</TotalTime>
  <Words>164</Words>
  <Application>Microsoft Office PowerPoint</Application>
  <PresentationFormat>自訂</PresentationFormat>
  <Paragraphs>46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承諺 游</dc:creator>
  <cp:lastModifiedBy>承諺 游</cp:lastModifiedBy>
  <cp:revision>15</cp:revision>
  <dcterms:created xsi:type="dcterms:W3CDTF">2026-02-03T09:48:53Z</dcterms:created>
  <dcterms:modified xsi:type="dcterms:W3CDTF">2026-02-05T22:13:51Z</dcterms:modified>
</cp:coreProperties>
</file>